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93300-42CF-E3AE-86D2-E89475558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CB57BF3-E915-4079-1361-E1A40C2D9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5E4497-1E76-9228-4EE9-7AFC83F0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1602EA-EA66-EDD2-114E-474324AE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389082-FC4E-765A-6252-8F07A9E2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61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E95200-FD90-7825-C427-1C28B183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B8E902-6936-51DC-440E-298287753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372E2A-BBCD-724A-EA71-BAB69527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43F760-C59C-B2BA-9E59-6B5869C8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D74ACA-6673-0DD1-6394-19CC90A8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607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26CC9C-2AB8-C846-2A23-0EE23E18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760378-74F9-19B2-8EF2-EE1CEF3F3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E2E806-0673-FC43-D65B-06F43F66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5C8C4A-4B9C-443E-8040-830BB2F8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FE6766-AB37-5B4C-38A2-2826EB9C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08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B05398-749F-F8FB-1AC5-63C8BE7A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D6493C-BDE6-2F5D-EE60-7E31DA881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9A3CE7-424C-2194-D6F9-F669E5A5F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72414C-D2A2-1F6A-4778-67CB78C9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2F3DD8-C0DF-156D-66CD-DD7CD8CE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6C57202-9ECF-B768-6F7B-632D6C6E2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85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84032B-A585-07AA-857F-96D239CD2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1C3AA3-2D0A-2837-D0F9-3BBA07E4F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3C8D49-F11F-6900-65C6-295C9489C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FDF1061-72B2-C129-0B39-A2DA1BA5B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95C0CC1-C0CE-0F40-3799-6C150F715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F6EF05B-439D-0B43-99E5-7416BF6B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F3F76C9-5C5C-A452-FC32-D4FD43570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4CC1E05-C06F-9C74-609D-8DBE55140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723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7EF8FD-97E2-8F3D-898E-BBD81EAE5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C127278-354B-421D-F336-6EAF9A9A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3BE1FC-83A8-36A8-9256-6B03834E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BA3278-EE19-C67B-4456-C1E8170B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818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7A02CD9-37AC-2AD7-C5CD-8A1794CE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B7F32CA-D664-4B83-061A-D5663C741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83CF14-CCFB-F1B0-D6A9-B2650210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80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B1D2D6-E1BE-0869-3B4D-063D4EAE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0AC7A8-2F90-C5EF-AF3A-3713DEDE6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0CE9E6C-7ACE-D96E-BC32-D5FEE91AA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FA43A9-1659-E9C7-8AF4-CB639C4CF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E29752-716B-13BF-9F2F-3E7589604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B79407-395A-B6A0-729B-C6B3470E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71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9BEC67-DF23-B67E-BFE8-A7A56AC1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40D80E-7BE2-6AA0-AB25-667253041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611B78C-DD80-C35A-98A4-E0C763FE5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9A60A72-4978-ADC4-6E02-1E17BB9B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FA112E-70C5-D95F-98ED-13C335046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211D7-39EC-414A-382E-0262C3D6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693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64BA9A-DBA3-F170-8B80-D56E1E903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C54A4E-99E2-CB57-69A4-56C1BDAB7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5161C6-CC95-FEC8-36A9-3CF97E7E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A21D31-6ACB-3F81-3345-0F7C32968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854455-79E7-6034-35A1-ED4CB434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428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17FD887-2A7D-6B9B-ECF2-7476A611E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588DE55-332C-9C60-393A-85428BC8C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C006C3-33F2-0212-31BB-D8295F02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EE0059-775F-5538-5549-2BAE539E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738221-86A0-C38C-6F82-A9EC703B8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6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A0E7CB2-8D4C-8C18-309B-D44B38EC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E88E8D-0AFC-F885-61E5-A54DCCB5E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5A129E-5721-69C5-DAFD-E2DACD151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CC188-2A26-4BCF-8169-DDD5A3631F2C}" type="datetimeFigureOut">
              <a:rPr lang="zh-TW" altLang="en-US" smtClean="0"/>
              <a:t>2026/2/11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6460FC-F7B4-B444-E92E-FEFFFFCC0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C92EF3-3B52-325F-EC4B-8BF500935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41DE2-D28F-4FE8-8689-39D3EBAEE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61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1CFB748-12B2-D45C-561E-8B8B011E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翡翠流域管理費收繳工作表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42B9E8-696D-0B37-80CF-E8B71659893F}"/>
              </a:ext>
            </a:extLst>
          </p:cNvPr>
          <p:cNvSpPr/>
          <p:nvPr/>
        </p:nvSpPr>
        <p:spPr>
          <a:xfrm>
            <a:off x="1727200" y="2749021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年繳戶清單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E01762-45AB-D50E-9319-642CE34CFDC1}"/>
              </a:ext>
            </a:extLst>
          </p:cNvPr>
          <p:cNvSpPr/>
          <p:nvPr/>
        </p:nvSpPr>
        <p:spPr>
          <a:xfrm>
            <a:off x="1727199" y="3578754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季繳戶清單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26D238-48C0-0D2F-7260-9C5F157653BF}"/>
              </a:ext>
            </a:extLst>
          </p:cNvPr>
          <p:cNvSpPr/>
          <p:nvPr/>
        </p:nvSpPr>
        <p:spPr>
          <a:xfrm>
            <a:off x="1727198" y="4408487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自動扣繳清單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6A7F4C-E155-26AD-ADC2-0ABCFBAFC089}"/>
              </a:ext>
            </a:extLst>
          </p:cNvPr>
          <p:cNvSpPr/>
          <p:nvPr/>
        </p:nvSpPr>
        <p:spPr>
          <a:xfrm>
            <a:off x="4055533" y="3578753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房屋坪數與車位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B34583-39D1-6049-427D-CF2AED85ECBB}"/>
              </a:ext>
            </a:extLst>
          </p:cNvPr>
          <p:cNvSpPr/>
          <p:nvPr/>
        </p:nvSpPr>
        <p:spPr>
          <a:xfrm>
            <a:off x="4055534" y="2749021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基本資料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收費標準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C9781D-2389-8627-D930-5EAF0EC673DC}"/>
              </a:ext>
            </a:extLst>
          </p:cNvPr>
          <p:cNvSpPr/>
          <p:nvPr/>
        </p:nvSpPr>
        <p:spPr>
          <a:xfrm>
            <a:off x="1727198" y="5238220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行政規費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934A17-FC1D-DFD0-4971-B01E50B1102E}"/>
              </a:ext>
            </a:extLst>
          </p:cNvPr>
          <p:cNvSpPr/>
          <p:nvPr/>
        </p:nvSpPr>
        <p:spPr>
          <a:xfrm>
            <a:off x="4055533" y="4408487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區權人清冊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426868-1610-3078-3A33-D5C3DC6372CA}"/>
              </a:ext>
            </a:extLst>
          </p:cNvPr>
          <p:cNvSpPr/>
          <p:nvPr/>
        </p:nvSpPr>
        <p:spPr>
          <a:xfrm>
            <a:off x="6383867" y="2749021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上傳資料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產生虛擬帳號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4BCF13-2BBA-2B42-5C37-D8790B8ABE21}"/>
              </a:ext>
            </a:extLst>
          </p:cNvPr>
          <p:cNvSpPr/>
          <p:nvPr/>
        </p:nvSpPr>
        <p:spPr>
          <a:xfrm>
            <a:off x="6383867" y="3579018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代繳授權清冊</a:t>
            </a:r>
            <a:endParaRPr lang="en-US" altLang="zh-TW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自動轉帳戶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344634-B4F8-3AB6-CB22-7F144F7A4D8B}"/>
              </a:ext>
            </a:extLst>
          </p:cNvPr>
          <p:cNvSpPr/>
          <p:nvPr/>
        </p:nvSpPr>
        <p:spPr>
          <a:xfrm>
            <a:off x="8712201" y="3578753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未銷帳清單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2DAF81-A930-2AC4-3693-1BD97D2647C7}"/>
              </a:ext>
            </a:extLst>
          </p:cNvPr>
          <p:cNvSpPr/>
          <p:nvPr/>
        </p:nvSpPr>
        <p:spPr>
          <a:xfrm>
            <a:off x="8712201" y="2749020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繳費單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5CDE4DA-9AA0-005B-33B0-F8315B00BA74}"/>
              </a:ext>
            </a:extLst>
          </p:cNvPr>
          <p:cNvSpPr txBox="1"/>
          <p:nvPr/>
        </p:nvSpPr>
        <p:spPr>
          <a:xfrm>
            <a:off x="1727198" y="1718734"/>
            <a:ext cx="171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住戶申請或管理室維護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A9DBFFC-4CC1-E564-FA3D-ABE37D0CDBA6}"/>
              </a:ext>
            </a:extLst>
          </p:cNvPr>
          <p:cNvSpPr txBox="1"/>
          <p:nvPr/>
        </p:nvSpPr>
        <p:spPr>
          <a:xfrm>
            <a:off x="4055532" y="1718733"/>
            <a:ext cx="1710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固定，依規約或買賣更新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A440D71-8FED-4927-F9C9-AA731B0AB70F}"/>
              </a:ext>
            </a:extLst>
          </p:cNvPr>
          <p:cNvSpPr txBox="1"/>
          <p:nvPr/>
        </p:nvSpPr>
        <p:spPr>
          <a:xfrm>
            <a:off x="6383867" y="1718733"/>
            <a:ext cx="1710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每月工作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A3AC42A-26EB-FE23-34E1-37E0FD4D3A59}"/>
              </a:ext>
            </a:extLst>
          </p:cNvPr>
          <p:cNvSpPr txBox="1"/>
          <p:nvPr/>
        </p:nvSpPr>
        <p:spPr>
          <a:xfrm>
            <a:off x="8712200" y="1718733"/>
            <a:ext cx="1710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每月產出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55FA3E0-74F7-C8CD-D504-B4988C26A7D2}"/>
              </a:ext>
            </a:extLst>
          </p:cNvPr>
          <p:cNvSpPr/>
          <p:nvPr/>
        </p:nvSpPr>
        <p:spPr>
          <a:xfrm>
            <a:off x="8712200" y="4408486"/>
            <a:ext cx="1710267" cy="6291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公告催繳名單</a:t>
            </a:r>
          </a:p>
        </p:txBody>
      </p:sp>
    </p:spTree>
    <p:extLst>
      <p:ext uri="{BB962C8B-B14F-4D97-AF65-F5344CB8AC3E}">
        <p14:creationId xmlns:p14="http://schemas.microsoft.com/office/powerpoint/2010/main" val="1889274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589B0-6E25-6E0B-1E01-7404FACB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程序流程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3EFDAA-E6C4-6404-30FB-091AD91901CC}"/>
              </a:ext>
            </a:extLst>
          </p:cNvPr>
          <p:cNvSpPr/>
          <p:nvPr/>
        </p:nvSpPr>
        <p:spPr>
          <a:xfrm>
            <a:off x="1253068" y="1694921"/>
            <a:ext cx="1413933" cy="476779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當月月份</a:t>
            </a:r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+1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87436D-6893-4D38-3AA1-87BE897651B9}"/>
              </a:ext>
            </a:extLst>
          </p:cNvPr>
          <p:cNvSpPr/>
          <p:nvPr/>
        </p:nvSpPr>
        <p:spPr>
          <a:xfrm>
            <a:off x="3530600" y="2420143"/>
            <a:ext cx="1896533" cy="84084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年繳戶</a:t>
            </a:r>
            <a:endParaRPr lang="en-US" altLang="zh-TW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管理費*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12*(100%-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優惠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%)</a:t>
            </a:r>
            <a:endParaRPr lang="zh-TW" altLang="en-US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B887E035-D068-23CB-B463-E6B13FDFA4F8}"/>
              </a:ext>
            </a:extLst>
          </p:cNvPr>
          <p:cNvSpPr/>
          <p:nvPr/>
        </p:nvSpPr>
        <p:spPr>
          <a:xfrm>
            <a:off x="1710268" y="3509434"/>
            <a:ext cx="1447799" cy="897467"/>
          </a:xfrm>
          <a:prstGeom prst="diamond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If=1,4,7,10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菱形 6">
            <a:extLst>
              <a:ext uri="{FF2B5EF4-FFF2-40B4-BE49-F238E27FC236}">
                <a16:creationId xmlns:a16="http://schemas.microsoft.com/office/drawing/2014/main" id="{08F262CC-4C50-E28B-0EA7-A5C319E8160E}"/>
              </a:ext>
            </a:extLst>
          </p:cNvPr>
          <p:cNvSpPr/>
          <p:nvPr/>
        </p:nvSpPr>
        <p:spPr>
          <a:xfrm>
            <a:off x="1710268" y="2391833"/>
            <a:ext cx="1447799" cy="897467"/>
          </a:xfrm>
          <a:prstGeom prst="diamond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If=10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6996DB-F7F6-39B7-7CD8-95743E18FC13}"/>
              </a:ext>
            </a:extLst>
          </p:cNvPr>
          <p:cNvSpPr/>
          <p:nvPr/>
        </p:nvSpPr>
        <p:spPr>
          <a:xfrm>
            <a:off x="3530600" y="3537744"/>
            <a:ext cx="1896533" cy="84084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季繳戶</a:t>
            </a:r>
            <a:endParaRPr lang="en-US" altLang="zh-TW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管理費*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3*(100%-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優惠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%)</a:t>
            </a:r>
            <a:endParaRPr lang="zh-TW" altLang="en-US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202DF762-BD80-1480-64DA-B2F4E61F7F68}"/>
              </a:ext>
            </a:extLst>
          </p:cNvPr>
          <p:cNvCxnSpPr>
            <a:cxnSpLocks/>
          </p:cNvCxnSpPr>
          <p:nvPr/>
        </p:nvCxnSpPr>
        <p:spPr>
          <a:xfrm>
            <a:off x="1439334" y="2247900"/>
            <a:ext cx="0" cy="282786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FDBCC61-FC8C-7BE1-867A-B6C36F90B4B8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1439334" y="2840566"/>
            <a:ext cx="270934" cy="1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B42FFA16-94ED-DD27-0E02-7B9557E4D01C}"/>
              </a:ext>
            </a:extLst>
          </p:cNvPr>
          <p:cNvCxnSpPr>
            <a:cxnSpLocks/>
          </p:cNvCxnSpPr>
          <p:nvPr/>
        </p:nvCxnSpPr>
        <p:spPr>
          <a:xfrm flipH="1" flipV="1">
            <a:off x="1439334" y="3958166"/>
            <a:ext cx="270934" cy="1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040F21D-1E91-22B4-B9CD-D00E36199410}"/>
              </a:ext>
            </a:extLst>
          </p:cNvPr>
          <p:cNvCxnSpPr>
            <a:cxnSpLocks/>
          </p:cNvCxnSpPr>
          <p:nvPr/>
        </p:nvCxnSpPr>
        <p:spPr>
          <a:xfrm flipH="1">
            <a:off x="1439334" y="5075768"/>
            <a:ext cx="2031999" cy="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E1A8E3F-82BF-A496-FF9B-115A55213C15}"/>
              </a:ext>
            </a:extLst>
          </p:cNvPr>
          <p:cNvSpPr/>
          <p:nvPr/>
        </p:nvSpPr>
        <p:spPr>
          <a:xfrm>
            <a:off x="3530600" y="4655345"/>
            <a:ext cx="1896533" cy="84084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月繳戶</a:t>
            </a:r>
            <a:endParaRPr lang="en-US" altLang="zh-TW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管理費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*100%</a:t>
            </a:r>
            <a:endParaRPr lang="zh-TW" altLang="en-US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83DBCF-5966-8DB0-5EA7-BA6BABFB7F2E}"/>
              </a:ext>
            </a:extLst>
          </p:cNvPr>
          <p:cNvSpPr/>
          <p:nvPr/>
        </p:nvSpPr>
        <p:spPr>
          <a:xfrm>
            <a:off x="6409266" y="1690688"/>
            <a:ext cx="1896533" cy="84084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當月帳款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F8984B-11B5-64E3-A566-9E519C9EF955}"/>
              </a:ext>
            </a:extLst>
          </p:cNvPr>
          <p:cNvSpPr/>
          <p:nvPr/>
        </p:nvSpPr>
        <p:spPr>
          <a:xfrm>
            <a:off x="8890001" y="1900767"/>
            <a:ext cx="1896533" cy="37835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上期未銷帳</a:t>
            </a: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52451C3F-44D5-5B1A-37FB-01061B0AADC8}"/>
              </a:ext>
            </a:extLst>
          </p:cNvPr>
          <p:cNvCxnSpPr>
            <a:cxnSpLocks/>
          </p:cNvCxnSpPr>
          <p:nvPr/>
        </p:nvCxnSpPr>
        <p:spPr>
          <a:xfrm>
            <a:off x="5935134" y="2111111"/>
            <a:ext cx="0" cy="296465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C0C1BA8-CBCC-EA86-88F5-3115AB11D4B3}"/>
              </a:ext>
            </a:extLst>
          </p:cNvPr>
          <p:cNvCxnSpPr>
            <a:cxnSpLocks/>
          </p:cNvCxnSpPr>
          <p:nvPr/>
        </p:nvCxnSpPr>
        <p:spPr>
          <a:xfrm flipH="1">
            <a:off x="5427133" y="5075768"/>
            <a:ext cx="50800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A12F0D61-1894-B8CD-80D4-686794186A2D}"/>
              </a:ext>
            </a:extLst>
          </p:cNvPr>
          <p:cNvCxnSpPr>
            <a:cxnSpLocks/>
          </p:cNvCxnSpPr>
          <p:nvPr/>
        </p:nvCxnSpPr>
        <p:spPr>
          <a:xfrm flipH="1">
            <a:off x="5427133" y="3941234"/>
            <a:ext cx="50800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B183ABEE-BDED-8D96-65A1-A3F43BF210FD}"/>
              </a:ext>
            </a:extLst>
          </p:cNvPr>
          <p:cNvCxnSpPr>
            <a:cxnSpLocks/>
          </p:cNvCxnSpPr>
          <p:nvPr/>
        </p:nvCxnSpPr>
        <p:spPr>
          <a:xfrm flipH="1">
            <a:off x="5427133" y="2840566"/>
            <a:ext cx="50800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C05813D7-1010-B726-92AD-C7BE75884F6B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5935134" y="2111111"/>
            <a:ext cx="474132" cy="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29329AFE-2A64-84B8-3300-4DE2DCCBB96D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305799" y="2111111"/>
            <a:ext cx="584202" cy="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D2E56916-B2EE-3A7C-00F2-9B8308C4525E}"/>
              </a:ext>
            </a:extLst>
          </p:cNvPr>
          <p:cNvSpPr/>
          <p:nvPr/>
        </p:nvSpPr>
        <p:spPr>
          <a:xfrm>
            <a:off x="8890000" y="2531534"/>
            <a:ext cx="1896533" cy="37835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行政規費</a:t>
            </a: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B2B3AC3D-6ACC-3CCA-8CBB-78F18AD49392}"/>
              </a:ext>
            </a:extLst>
          </p:cNvPr>
          <p:cNvCxnSpPr>
            <a:cxnSpLocks/>
          </p:cNvCxnSpPr>
          <p:nvPr/>
        </p:nvCxnSpPr>
        <p:spPr>
          <a:xfrm>
            <a:off x="8661401" y="2111111"/>
            <a:ext cx="0" cy="61806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7F7F2BF6-6D11-E179-F17A-12A834D59D87}"/>
              </a:ext>
            </a:extLst>
          </p:cNvPr>
          <p:cNvCxnSpPr>
            <a:cxnSpLocks/>
          </p:cNvCxnSpPr>
          <p:nvPr/>
        </p:nvCxnSpPr>
        <p:spPr>
          <a:xfrm flipH="1">
            <a:off x="8661401" y="2729179"/>
            <a:ext cx="2286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518374E7-C4B4-EEF2-BB42-04709DEAFC06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166534" y="2840565"/>
            <a:ext cx="364066" cy="1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419EDFA6-6BD8-7B92-5FB6-B90440EB0215}"/>
              </a:ext>
            </a:extLst>
          </p:cNvPr>
          <p:cNvCxnSpPr>
            <a:cxnSpLocks/>
          </p:cNvCxnSpPr>
          <p:nvPr/>
        </p:nvCxnSpPr>
        <p:spPr>
          <a:xfrm flipH="1" flipV="1">
            <a:off x="3166534" y="3958166"/>
            <a:ext cx="364066" cy="1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菱形 43">
            <a:extLst>
              <a:ext uri="{FF2B5EF4-FFF2-40B4-BE49-F238E27FC236}">
                <a16:creationId xmlns:a16="http://schemas.microsoft.com/office/drawing/2014/main" id="{54E8D7A0-23A6-E82B-6D64-E5C170305B63}"/>
              </a:ext>
            </a:extLst>
          </p:cNvPr>
          <p:cNvSpPr/>
          <p:nvPr/>
        </p:nvSpPr>
        <p:spPr>
          <a:xfrm>
            <a:off x="6688666" y="3218656"/>
            <a:ext cx="1447799" cy="897467"/>
          </a:xfrm>
          <a:prstGeom prst="diamond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自動代繳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B84D6BE-9B76-CFC0-9E83-847F7E623A89}"/>
              </a:ext>
            </a:extLst>
          </p:cNvPr>
          <p:cNvSpPr/>
          <p:nvPr/>
        </p:nvSpPr>
        <p:spPr>
          <a:xfrm>
            <a:off x="8889999" y="3241411"/>
            <a:ext cx="1896533" cy="84084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代繳授權清冊</a:t>
            </a:r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A2A4D7A3-63A6-9BE8-CB3C-A6F13C0E6B18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8136465" y="3661834"/>
            <a:ext cx="753534" cy="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586DB488-6519-7FC5-1506-04FD747B7338}"/>
              </a:ext>
            </a:extLst>
          </p:cNvPr>
          <p:cNvSpPr txBox="1"/>
          <p:nvPr/>
        </p:nvSpPr>
        <p:spPr>
          <a:xfrm>
            <a:off x="8208433" y="3348065"/>
            <a:ext cx="534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Yes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E0104A4-179F-F7C0-BC99-A2A9E3E790DF}"/>
              </a:ext>
            </a:extLst>
          </p:cNvPr>
          <p:cNvSpPr txBox="1"/>
          <p:nvPr/>
        </p:nvSpPr>
        <p:spPr>
          <a:xfrm>
            <a:off x="7386517" y="4149990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60BC2B25-7A10-150E-BDB6-A688C81D3C7F}"/>
              </a:ext>
            </a:extLst>
          </p:cNvPr>
          <p:cNvCxnSpPr>
            <a:cxnSpLocks/>
          </p:cNvCxnSpPr>
          <p:nvPr/>
        </p:nvCxnSpPr>
        <p:spPr>
          <a:xfrm flipV="1">
            <a:off x="7412565" y="2536323"/>
            <a:ext cx="0" cy="705088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474F8E86-7101-8C6D-D643-73AF59CFF576}"/>
              </a:ext>
            </a:extLst>
          </p:cNvPr>
          <p:cNvSpPr/>
          <p:nvPr/>
        </p:nvSpPr>
        <p:spPr>
          <a:xfrm>
            <a:off x="6464298" y="4655345"/>
            <a:ext cx="1896533" cy="84084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上傳資料</a:t>
            </a:r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41F672BA-0E80-0215-761D-50C00993E86F}"/>
              </a:ext>
            </a:extLst>
          </p:cNvPr>
          <p:cNvCxnSpPr>
            <a:cxnSpLocks/>
            <a:stCxn id="54" idx="0"/>
          </p:cNvCxnSpPr>
          <p:nvPr/>
        </p:nvCxnSpPr>
        <p:spPr>
          <a:xfrm flipH="1" flipV="1">
            <a:off x="7412564" y="4107658"/>
            <a:ext cx="1" cy="547687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AFFAD755-A558-5B91-28F9-393557F0F116}"/>
              </a:ext>
            </a:extLst>
          </p:cNvPr>
          <p:cNvCxnSpPr>
            <a:cxnSpLocks/>
          </p:cNvCxnSpPr>
          <p:nvPr/>
        </p:nvCxnSpPr>
        <p:spPr>
          <a:xfrm flipH="1">
            <a:off x="8366364" y="5075768"/>
            <a:ext cx="523635" cy="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75C90FF3-C048-8250-AFD5-983E5490EB99}"/>
              </a:ext>
            </a:extLst>
          </p:cNvPr>
          <p:cNvSpPr/>
          <p:nvPr/>
        </p:nvSpPr>
        <p:spPr>
          <a:xfrm>
            <a:off x="8889992" y="4655345"/>
            <a:ext cx="1896533" cy="84084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虛擬帳號繳費單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CE08A0-D7D4-2660-3C31-16ED49EA4ED8}"/>
              </a:ext>
            </a:extLst>
          </p:cNvPr>
          <p:cNvSpPr/>
          <p:nvPr/>
        </p:nvSpPr>
        <p:spPr>
          <a:xfrm>
            <a:off x="8889992" y="1249360"/>
            <a:ext cx="1896533" cy="378356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公告催繳名單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3DD17CE-B257-717D-EF65-3D722173570D}"/>
              </a:ext>
            </a:extLst>
          </p:cNvPr>
          <p:cNvCxnSpPr>
            <a:cxnSpLocks/>
          </p:cNvCxnSpPr>
          <p:nvPr/>
        </p:nvCxnSpPr>
        <p:spPr>
          <a:xfrm flipH="1">
            <a:off x="8513232" y="1438538"/>
            <a:ext cx="376760" cy="0"/>
          </a:xfrm>
          <a:prstGeom prst="line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D38B9293-7C45-2593-47E3-27668DD2DBA3}"/>
              </a:ext>
            </a:extLst>
          </p:cNvPr>
          <p:cNvCxnSpPr>
            <a:cxnSpLocks/>
          </p:cNvCxnSpPr>
          <p:nvPr/>
        </p:nvCxnSpPr>
        <p:spPr>
          <a:xfrm>
            <a:off x="8513233" y="1451371"/>
            <a:ext cx="0" cy="35268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812E811B-935F-2C14-C7A6-ECF5E759E75E}"/>
              </a:ext>
            </a:extLst>
          </p:cNvPr>
          <p:cNvCxnSpPr>
            <a:cxnSpLocks/>
          </p:cNvCxnSpPr>
          <p:nvPr/>
        </p:nvCxnSpPr>
        <p:spPr>
          <a:xfrm flipH="1">
            <a:off x="8305799" y="1804060"/>
            <a:ext cx="20743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892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144</Words>
  <Application>Microsoft Office PowerPoint</Application>
  <PresentationFormat>寬螢幕</PresentationFormat>
  <Paragraphs>40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微軟正黑體</vt:lpstr>
      <vt:lpstr>標楷體</vt:lpstr>
      <vt:lpstr>Arial</vt:lpstr>
      <vt:lpstr>Calibri</vt:lpstr>
      <vt:lpstr>Calibri Light</vt:lpstr>
      <vt:lpstr>Office 佈景主題</vt:lpstr>
      <vt:lpstr>翡翠流域管理費收繳工作表</vt:lpstr>
      <vt:lpstr>程序流程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Liu</dc:creator>
  <cp:lastModifiedBy>Vincent Liu</cp:lastModifiedBy>
  <cp:revision>4</cp:revision>
  <cp:lastPrinted>2026-01-28T11:55:47Z</cp:lastPrinted>
  <dcterms:created xsi:type="dcterms:W3CDTF">2026-01-28T09:21:12Z</dcterms:created>
  <dcterms:modified xsi:type="dcterms:W3CDTF">2026-02-11T01:26:54Z</dcterms:modified>
</cp:coreProperties>
</file>